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F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4D5AC"/>
                </a:solidFill>
                <a:latin typeface="Aptos"/>
              </a:rPr>
              <a:t>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84831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"/>
              </a:rPr>
              <a:t>NutriAI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6382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CFEBDD"/>
                </a:solidFill>
                <a:latin typeface="Aptos"/>
              </a:rPr>
              <a:t>AI Nutrition and Meal 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096512"/>
            <a:ext cx="4663440" cy="50292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4251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Personalized meals - Safer choices - Smarter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9D8C9"/>
                </a:solidFill>
                <a:latin typeface="Aptos"/>
              </a:rPr>
              <a:t>Presented by: Your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9D8C9"/>
                </a:solidFill>
                <a:latin typeface="Aptos"/>
              </a:rPr>
              <a:t>Course: Your Course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9D8C9"/>
                </a:solidFill>
                <a:latin typeface="Aptos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A full-stack AI nutrition planning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Full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Flutter frontend and FastAPI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Personalized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Uses profile, goals, allergies and preferences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Actionable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Turns plans into grocery and tracking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Hybrid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Combines scoring, rules, formulas and optional LLMs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Local foods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Includes Cambodian and familiar food options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Docker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Runs with PostgreSQL, backend and web 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Healthy meal planning has too many moving parts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Complex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Users must balance calories, macros, activity and health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Safety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Generic plans can recommend unsafe foods for allergies.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004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42900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Disconnected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2219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Planning, shopping and tracking are often separated.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NutriAI connects the complete daily nutrition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Collect body data, activity and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Store allergies and remove unsafe foods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Generate daily or weekly meal plans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Prepare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Export plans to grocery lists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Log food, water and weight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Answer nutrition questions with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A simple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Screens, forms,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REST API, auth, AI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004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42900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2219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Users, foods, plans,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2004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82219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Compose, Nginx, service startup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AI TECHNOLOGIES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NutriAI uses a hybrid set of AI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Meal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Combinational search and heuristic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Calorie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Mifflin-St Jeor BMR and activity formulas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Food substitutes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Nutrition-distance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Health screening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Transparent rule-based risk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Ollama, OpenAI or local fallback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Photo assistance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Conservative low-confidence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Key features support planning, shopping and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Register, login, logout and JWT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BMI, BMR, activity and calorie targets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Meal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Daily and weekly recommendation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Groceries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Export plans with estimated costs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Food, water, weight and nutrition totals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Chat, substitutes, risk check and photo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AI DETAIL 1 - HEURISTIC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Meal recommendation is the core intelligent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Load 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Read available foods from PostgreSQL.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Remove allergens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Exclude foods matching user allergy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Apply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 goal, preference, category and budget signals.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Build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Create combinations containing one to three foods.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Compare calories, protein, carbs, fat and category fit.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Select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Return the lowest-scoring meal candidate.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5650992"/>
            <a:ext cx="9235440" cy="502920"/>
          </a:xfrm>
          <a:prstGeom prst="roundRect">
            <a:avLst/>
          </a:prstGeom>
          <a:solidFill>
            <a:srgbClr val="087A4D"/>
          </a:solidFill>
          <a:ln>
            <a:solidFill>
              <a:srgbClr val="08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5797296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score = calorie gap + macro gaps + category penalty + budget penalty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AI DETAIL 2 - CHATBOT AND SUPPORTING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The assistant and support services stay explainable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Uses goal, targets, allergies and today's calories.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6184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039112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Local rules respond when Ollama or OpenAI is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004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42900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Substitutes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2219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Rank alternatives by calories, macros and category distance.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2004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822191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Risk and photo features explain limits instead of overclaiming.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RESULTS AND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The demo proves the main AI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Register or log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Use the test account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Complete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Save body data, goal and preference.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Add milk allergy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Create a restriction used by recommendations.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Generate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Confirm daily meals are returned.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Check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Verify dairy foods are excluded.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Use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Export groceries and log food, water and weight.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5650992"/>
            <a:ext cx="9235440" cy="502920"/>
          </a:xfrm>
          <a:prstGeom prst="roundRect">
            <a:avLst/>
          </a:prstGeom>
          <a:solidFill>
            <a:srgbClr val="087A4D"/>
          </a:solidFill>
          <a:ln>
            <a:solidFill>
              <a:srgbClr val="087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5797296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Local app: http://localhost:8080   Backend health: http://localhost:8000/health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A4D"/>
                </a:solidFill>
                <a:latin typeface="Aptos"/>
              </a:rPr>
              <a:t>CHALLENGES AND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231B"/>
                </a:solidFill>
                <a:latin typeface="Aptos"/>
              </a:rPr>
              <a:t>Practical AI systems need reliability and honesty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292608"/>
            <a:ext cx="347472" cy="347472"/>
          </a:xfrm>
          <a:prstGeom prst="roundRect">
            <a:avLst/>
          </a:prstGeom>
          <a:solidFill>
            <a:srgbClr val="13A66A"/>
          </a:solidFill>
          <a:ln>
            <a:solidFill>
              <a:srgbClr val="13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33832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373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06A"/>
                </a:solidFill>
                <a:latin typeface="Aptos"/>
              </a:rPr>
              <a:t>NutriAI - AI Nutrition and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3A66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64592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3A66A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Allergy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Apply allergy filtering before scoring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645920"/>
            <a:ext cx="438912" cy="438912"/>
          </a:xfrm>
          <a:prstGeom prst="roundRect">
            <a:avLst/>
          </a:prstGeom>
          <a:solidFill>
            <a:srgbClr val="EAF1FF"/>
          </a:solidFill>
          <a:ln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D7BFA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Fallbacks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AI provider failure should not break the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36408" y="1645920"/>
            <a:ext cx="438912" cy="438912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2821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A629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18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Do not overclaim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391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The photo feature is honest about low confidence.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429000"/>
            <a:ext cx="438912" cy="438912"/>
          </a:xfrm>
          <a:prstGeom prst="roundRect">
            <a:avLst/>
          </a:prstGeom>
          <a:solidFill>
            <a:srgbClr val="F0EEFF"/>
          </a:solidFill>
          <a:ln>
            <a:solidFill>
              <a:srgbClr val="F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867E8"/>
                </a:solidFill>
                <a:latin typeface="Aptos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Setup clarity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Docker and environment variables must be documented.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15968" y="3429000"/>
            <a:ext cx="438912" cy="438912"/>
          </a:xfrm>
          <a:prstGeom prst="roundRect">
            <a:avLst/>
          </a:prstGeom>
          <a:solidFill>
            <a:srgbClr val="FFF0EE"/>
          </a:solidFill>
          <a:ln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E6B62"/>
                </a:solidFill>
                <a:latin typeface="Aptos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End-to-end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Meal planning touches profile, foods, allergies and groceries.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2004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36408" y="3429000"/>
            <a:ext cx="438912" cy="438912"/>
          </a:xfrm>
          <a:prstGeom prst="roundRect">
            <a:avLst/>
          </a:prstGeom>
          <a:solidFill>
            <a:srgbClr val="EAF8F1"/>
          </a:solidFill>
          <a:ln>
            <a:solidFill>
              <a:srgbClr val="E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351129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7A4D"/>
                </a:solidFill>
                <a:latin typeface="Aptos"/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31B"/>
                </a:solidFill>
                <a:latin typeface="Aptos"/>
              </a:rPr>
              <a:t>Explainability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822191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0706A"/>
                </a:solidFill>
                <a:latin typeface="Aptos"/>
              </a:rPr>
              <a:t>Safety-sensitive nutrition features need understandable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F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D8C9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692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NutriAI turns personal data into practical food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74519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FEBDD"/>
                </a:solidFill>
                <a:latin typeface="Aptos"/>
              </a:rPr>
              <a:t>One connected experience for nutrition planning, allergy awareness and AI-assisted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429000"/>
            <a:ext cx="1645920" cy="68580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7588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Personalize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429000"/>
            <a:ext cx="1645920" cy="68580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367588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429000"/>
            <a:ext cx="1645920" cy="68580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367588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Shop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429000"/>
            <a:ext cx="1645920" cy="68580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67588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3429000"/>
            <a:ext cx="1645920" cy="685800"/>
          </a:xfrm>
          <a:prstGeom prst="roundRect">
            <a:avLst/>
          </a:prstGeom>
          <a:solidFill>
            <a:srgbClr val="0B513E"/>
          </a:solidFill>
          <a:ln>
            <a:solidFill>
              <a:srgbClr val="23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367588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9D6A8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43737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9D6A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